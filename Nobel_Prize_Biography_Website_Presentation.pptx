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2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309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898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17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100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342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49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255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744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74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72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14285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848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09326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8405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787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315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749"/>
            <a:ext cx="1952272" cy="6852504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759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5" r:id="rId1"/>
    <p:sldLayoutId id="2147484126" r:id="rId2"/>
    <p:sldLayoutId id="2147484127" r:id="rId3"/>
    <p:sldLayoutId id="2147484128" r:id="rId4"/>
    <p:sldLayoutId id="2147484129" r:id="rId5"/>
    <p:sldLayoutId id="2147484130" r:id="rId6"/>
    <p:sldLayoutId id="2147484131" r:id="rId7"/>
    <p:sldLayoutId id="2147484132" r:id="rId8"/>
    <p:sldLayoutId id="2147484133" r:id="rId9"/>
    <p:sldLayoutId id="2147484134" r:id="rId10"/>
    <p:sldLayoutId id="2147484135" r:id="rId11"/>
    <p:sldLayoutId id="2147484136" r:id="rId12"/>
    <p:sldLayoutId id="2147484137" r:id="rId13"/>
    <p:sldLayoutId id="2147484138" r:id="rId14"/>
    <p:sldLayoutId id="2147484139" r:id="rId15"/>
    <p:sldLayoutId id="214748414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Nobel Prize Winner Biography 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Presentation</a:t>
            </a:r>
          </a:p>
          <a:p>
            <a:r>
              <a:t>HTML5, JavaScript &amp; Geolocation Based Website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Biography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Biography is a detailed description of a person's life</a:t>
            </a:r>
          </a:p>
          <a:p>
            <a:r>
              <a:t>• Includes education, work, achievements and experiences</a:t>
            </a:r>
          </a:p>
          <a:p>
            <a:r>
              <a:t>• Shows personality and life journey</a:t>
            </a:r>
          </a:p>
          <a:p>
            <a:r>
              <a:t>• More detailed than résumé or 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Develop a website biography of a Nobel Prize winner in Science</a:t>
            </a:r>
          </a:p>
          <a:p>
            <a:r>
              <a:t>• Provide detailed life history</a:t>
            </a:r>
          </a:p>
          <a:p>
            <a:r>
              <a:t>• Include achievements and research details</a:t>
            </a:r>
          </a:p>
          <a:p>
            <a:r>
              <a:t>• Provide educational and career journey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HTML5 – Structure of website</a:t>
            </a:r>
          </a:p>
          <a:p>
            <a:r>
              <a:rPr dirty="0"/>
              <a:t>• CSS – Styling and layout</a:t>
            </a:r>
          </a:p>
          <a:p>
            <a:r>
              <a:rPr dirty="0"/>
              <a:t>• JavaScript – </a:t>
            </a:r>
            <a:r>
              <a:rPr dirty="0" smtClean="0"/>
              <a:t>Interactivity</a:t>
            </a:r>
            <a:endParaRPr dirty="0"/>
          </a:p>
          <a:p>
            <a:r>
              <a:rPr dirty="0"/>
              <a:t>• Compatible with Chrome, Firefox, Edge, etc.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 1 – Home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 Home Page using sections</a:t>
            </a:r>
          </a:p>
          <a:p>
            <a:r>
              <a:t>• Add suitable logo</a:t>
            </a:r>
          </a:p>
          <a:p>
            <a:r>
              <a:t>• Include header section</a:t>
            </a:r>
          </a:p>
          <a:p>
            <a:r>
              <a:t>• Display images related to the scientist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 2 –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Add navigation links</a:t>
            </a:r>
          </a:p>
          <a:p>
            <a:r>
              <a:rPr dirty="0"/>
              <a:t>• Allow movement between sections</a:t>
            </a:r>
          </a:p>
          <a:p>
            <a:r>
              <a:rPr dirty="0"/>
              <a:t>• Categories like Home, </a:t>
            </a:r>
            <a:r>
              <a:rPr dirty="0" smtClean="0"/>
              <a:t>Biography, Achievements</a:t>
            </a:r>
            <a:endParaRPr dirty="0"/>
          </a:p>
          <a:p>
            <a:r>
              <a:rPr dirty="0"/>
              <a:t>• Easy user navigation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 3 – Personal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Include full personal information</a:t>
            </a:r>
          </a:p>
          <a:p>
            <a:r>
              <a:t>• Date of birth</a:t>
            </a:r>
          </a:p>
          <a:p>
            <a:r>
              <a:t>• Nationality</a:t>
            </a:r>
          </a:p>
          <a:p>
            <a:r>
              <a:t>• Family background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Requirement 4 – Education &amp; Career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Show educational background</a:t>
            </a:r>
          </a:p>
          <a:p>
            <a:r>
              <a:t>• List schools and universities</a:t>
            </a:r>
          </a:p>
          <a:p>
            <a:r>
              <a:t>• Describe career journey</a:t>
            </a:r>
          </a:p>
          <a:p>
            <a:r>
              <a:t>• Important positions held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Requirement 5 – Career Graph &amp; Struggle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Show career growth graph</a:t>
            </a:r>
          </a:p>
          <a:p>
            <a:r>
              <a:t>• Highlight struggles faced</a:t>
            </a:r>
          </a:p>
          <a:p>
            <a:r>
              <a:t>• Important turning points</a:t>
            </a:r>
          </a:p>
          <a:p>
            <a:r>
              <a:t>• Motivational life events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 6 –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Display major achievements</a:t>
            </a:r>
          </a:p>
          <a:p>
            <a:r>
              <a:t>• Awards and honors</a:t>
            </a:r>
          </a:p>
          <a:p>
            <a:r>
              <a:t>• Nobel Prize details</a:t>
            </a:r>
          </a:p>
          <a:p>
            <a:r>
              <a:t>• Other recognitions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Requirement 7 – Research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Explain research or experiment</a:t>
            </a:r>
          </a:p>
          <a:p>
            <a:r>
              <a:t>• Describe Nobel-winning work</a:t>
            </a:r>
          </a:p>
          <a:p>
            <a:r>
              <a:t>• Add diagrams or images</a:t>
            </a:r>
          </a:p>
          <a:p>
            <a:r>
              <a:t>• Provide scientific explanation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 8 – Books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List books written by scientist</a:t>
            </a:r>
          </a:p>
          <a:p>
            <a:r>
              <a:t>• Add book titles</a:t>
            </a:r>
          </a:p>
          <a:p>
            <a:r>
              <a:t>• Include descriptions</a:t>
            </a:r>
          </a:p>
          <a:p>
            <a:r>
              <a:t>• Add book images if available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Requirement 9 – Research Summary Download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Provide short summary of research</a:t>
            </a:r>
          </a:p>
          <a:p>
            <a:r>
              <a:t>• Allow users to download summary</a:t>
            </a:r>
          </a:p>
          <a:p>
            <a:r>
              <a:t>• Use downloadable file (PDF/Text)</a:t>
            </a:r>
          </a:p>
          <a:p>
            <a:r>
              <a:t>• Easy access for users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Website helps understand scientist life</a:t>
            </a:r>
          </a:p>
          <a:p>
            <a:r>
              <a:t>• Improves HTML and JavaScript skills</a:t>
            </a:r>
          </a:p>
          <a:p>
            <a:r>
              <a:t>• Provides real-life project experience</a:t>
            </a:r>
          </a:p>
          <a:p>
            <a:r>
              <a:t>• Enhances web development knowledge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</TotalTime>
  <Words>345</Words>
  <Application>Microsoft Office PowerPoint</Application>
  <PresentationFormat>On-screen Show (4:3)</PresentationFormat>
  <Paragraphs>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Wisp</vt:lpstr>
      <vt:lpstr>Nobel Prize Winner Biography Website</vt:lpstr>
      <vt:lpstr>Introduction to Biography</vt:lpstr>
      <vt:lpstr>Project Overview</vt:lpstr>
      <vt:lpstr>Technologies Used</vt:lpstr>
      <vt:lpstr>Requirement 1 – Home Page</vt:lpstr>
      <vt:lpstr>Requirement 2 – Navigation</vt:lpstr>
      <vt:lpstr>Requirement 3 – Personal Details</vt:lpstr>
      <vt:lpstr>Requirement 4 – Education &amp; Career</vt:lpstr>
      <vt:lpstr>Requirement 5 – Career Graph &amp; Struggle</vt:lpstr>
      <vt:lpstr>Requirement 6 – Achievements</vt:lpstr>
      <vt:lpstr>Requirement 7 – Research Details</vt:lpstr>
      <vt:lpstr>Requirement 8 – Books Section</vt:lpstr>
      <vt:lpstr>Requirement 9 – Research Summary Download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Nobel Prize Winner Biography Website</dc:title>
  <dc:subject/>
  <dc:creator/>
  <cp:keywords/>
  <dc:description>generated using python-pptx</dc:description>
  <cp:lastModifiedBy>Affan hussain</cp:lastModifiedBy>
  <cp:revision>2</cp:revision>
  <dcterms:created xsi:type="dcterms:W3CDTF">2013-01-27T09:14:16Z</dcterms:created>
  <dcterms:modified xsi:type="dcterms:W3CDTF">2026-04-19T16:17:44Z</dcterms:modified>
  <cp:category/>
</cp:coreProperties>
</file>